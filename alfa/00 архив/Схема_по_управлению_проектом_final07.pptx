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9050">
            <a:solidFill>
              <a:srgbClr val="2E8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D5C4B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D5C4B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9050">
            <a:solidFill>
              <a:srgbClr val="2E8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1A527A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F3ECDF"/>
          </a:solidFill>
          <a:ln w="19050">
            <a:solidFill>
              <a:srgbClr val="8A6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5C4826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F3ECDF"/>
          </a:solidFill>
          <a:ln w="19050">
            <a:solidFill>
              <a:srgbClr val="8A6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5C4826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6C348D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>
                <a:solidFill>
                  <a:srgbClr val="5C4826"/>
                </a:solidFill>
                <a:latin typeface="Arial"/>
              </a:rPr>
              <a:t>ОТДЕЛКА </a:t>
            </a:r>
            <a:r>
              <a:rPr lang="ru-RU" sz="1200" b="1" dirty="0">
                <a:solidFill>
                  <a:srgbClr val="5C4826"/>
                </a:solidFill>
                <a:latin typeface="Arial"/>
              </a:rPr>
              <a:t>(</a:t>
            </a:r>
            <a:r>
              <a:rPr lang="ru-RU" sz="1200" b="1" dirty="0" err="1">
                <a:solidFill>
                  <a:srgbClr val="5C4826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5C4826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03D28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703D28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703D28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703D28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703D28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03D28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703D28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03D28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03D28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5E9E2"/>
          </a:solidFill>
          <a:ln w="19050">
            <a:solidFill>
              <a:srgbClr val="A8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03D28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703D28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4826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4826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4826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4826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F3ECDF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4826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rgbClr val="EBDFC9"/>
          </a:solidFill>
          <a:ln w="19050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5C4826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590</Words>
  <Application>Microsoft Office PowerPoint</Application>
  <PresentationFormat>Произвольный</PresentationFormat>
  <Paragraphs>153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141</cp:revision>
  <cp:lastPrinted>2026-08-10T10:12:23Z</cp:lastPrinted>
  <dcterms:created xsi:type="dcterms:W3CDTF">2013-01-27T09:14:16Z</dcterms:created>
  <dcterms:modified xsi:type="dcterms:W3CDTF">2026-08-12T06:14:19Z</dcterms:modified>
  <cp:category/>
</cp:coreProperties>
</file>