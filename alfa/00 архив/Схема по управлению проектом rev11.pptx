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4A145F54-1791-4051-BF71-EDAA7940F2D7}"/>
              </a:ext>
            </a:extLst>
          </p:cNvPr>
          <p:cNvSpPr/>
          <p:nvPr/>
        </p:nvSpPr>
        <p:spPr>
          <a:xfrm>
            <a:off x="434342" y="935416"/>
            <a:ext cx="13716000" cy="199704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B1DD7DBF-A156-45CB-8DBC-94A86DF64683}"/>
              </a:ext>
            </a:extLst>
          </p:cNvPr>
          <p:cNvSpPr/>
          <p:nvPr/>
        </p:nvSpPr>
        <p:spPr>
          <a:xfrm>
            <a:off x="434342" y="6545274"/>
            <a:ext cx="6473952" cy="1464863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039132" y="3845967"/>
            <a:ext cx="206718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6212" y="932688"/>
            <a:ext cx="13716000" cy="482805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495108"/>
            <a:ext cx="8339328" cy="462855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00" b="1" dirty="0">
              <a:solidFill>
                <a:srgbClr val="D83A2E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10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" name="Connector 7"/>
          <p:cNvCxnSpPr>
            <a:cxnSpLocks/>
            <a:stCxn id="7" idx="2"/>
            <a:endCxn id="9" idx="0"/>
          </p:cNvCxnSpPr>
          <p:nvPr/>
        </p:nvCxnSpPr>
        <p:spPr>
          <a:xfrm>
            <a:off x="7351776" y="1957963"/>
            <a:ext cx="0" cy="20607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164042"/>
            <a:ext cx="8339328" cy="66651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0" rIns="91440" bIns="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574786" y="2932464"/>
            <a:ext cx="1" cy="33742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0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0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lang="ru-RU" sz="11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0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83850" y="3269892"/>
            <a:ext cx="2581873" cy="474024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2400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реализацией</a:t>
            </a:r>
            <a:r>
              <a:rPr sz="1400" b="1" dirty="0">
                <a:solidFill>
                  <a:srgbClr val="2C333B"/>
                </a:solidFill>
                <a:latin typeface="Arial"/>
              </a:rPr>
              <a:t> /</a:t>
            </a: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1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45850" y="3269895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>
            <a:cxnSpLocks/>
            <a:stCxn id="18" idx="2"/>
            <a:endCxn id="20" idx="0"/>
          </p:cNvCxnSpPr>
          <p:nvPr/>
        </p:nvCxnSpPr>
        <p:spPr>
          <a:xfrm>
            <a:off x="12220954" y="4422039"/>
            <a:ext cx="0" cy="64190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5850" y="5063943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10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>
            <a:cxnSpLocks/>
            <a:stCxn id="20" idx="2"/>
            <a:endCxn id="22" idx="0"/>
          </p:cNvCxnSpPr>
          <p:nvPr/>
        </p:nvCxnSpPr>
        <p:spPr>
          <a:xfrm>
            <a:off x="12220954" y="6216087"/>
            <a:ext cx="0" cy="641913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5850" y="6858000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>
            <a:cxnSpLocks/>
            <a:stCxn id="16" idx="3"/>
            <a:endCxn id="20" idx="1"/>
          </p:cNvCxnSpPr>
          <p:nvPr/>
        </p:nvCxnSpPr>
        <p:spPr>
          <a:xfrm>
            <a:off x="9865723" y="5640015"/>
            <a:ext cx="380127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209336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(Lead Design Author)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2" y="6545275"/>
            <a:ext cx="6473952" cy="570586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1502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интерьеров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38630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Благоустройство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8326" y="7233815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Архитектурная </a:t>
            </a:r>
            <a:endParaRPr sz="1400" b="1" dirty="0">
              <a:solidFill>
                <a:srgbClr val="1A527A"/>
              </a:solidFill>
              <a:latin typeface="Arial"/>
            </a:endParaRP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подсветка</a:t>
            </a:r>
            <a:endParaRPr sz="1400" b="1" dirty="0">
              <a:solidFill>
                <a:srgbClr val="1A527A"/>
              </a:solidFill>
              <a:latin typeface="Arial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2386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2386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46350" y="6306616"/>
            <a:ext cx="0" cy="2386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4763" y="6306616"/>
            <a:ext cx="0" cy="2386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757976"/>
            <a:ext cx="37098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10039132" y="3845967"/>
            <a:ext cx="33308" cy="3588105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10072440" y="7434072"/>
            <a:ext cx="17341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0245849" y="3269895"/>
            <a:ext cx="3950207" cy="998217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438912" y="935415"/>
            <a:ext cx="13711430" cy="1997047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2C333B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11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11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11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11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40CB03-2D80-4D81-BE62-357FA1AA5CD6}"/>
              </a:ext>
            </a:extLst>
          </p:cNvPr>
          <p:cNvSpPr txBox="1"/>
          <p:nvPr/>
        </p:nvSpPr>
        <p:spPr>
          <a:xfrm>
            <a:off x="438912" y="164592"/>
            <a:ext cx="5780172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Функциональный контур УК</a:t>
            </a:r>
            <a:endParaRPr sz="1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7285958" y="3264588"/>
            <a:ext cx="2581873" cy="3012034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00" b="1" dirty="0">
                <a:solidFill>
                  <a:srgbClr val="6C348D"/>
                </a:solidFill>
                <a:latin typeface="Arial"/>
              </a:rPr>
              <a:t>ОТДЕЛКА (</a:t>
            </a:r>
            <a:r>
              <a:rPr lang="ru-RU" sz="14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4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11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7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0253788" y="4522329"/>
            <a:ext cx="3950206" cy="998225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функции в 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0253788" y="5774771"/>
            <a:ext cx="3950206" cy="998217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0249551" y="7008591"/>
            <a:ext cx="3954443" cy="998217"/>
          </a:xfrm>
          <a:prstGeom prst="roundRect">
            <a:avLst>
              <a:gd name="adj" fmla="val 8000"/>
            </a:avLst>
          </a:prstGeom>
          <a:solidFill>
            <a:srgbClr val="FBF2E3"/>
          </a:solidFill>
          <a:ln w="1905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400" b="1" dirty="0">
                <a:solidFill>
                  <a:srgbClr val="4B5563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3671319" y="2932462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8576895" y="2927155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AFC35172-B6F8-4682-B77B-A1661D00E5AB}"/>
              </a:ext>
            </a:extLst>
          </p:cNvPr>
          <p:cNvSpPr/>
          <p:nvPr/>
        </p:nvSpPr>
        <p:spPr>
          <a:xfrm>
            <a:off x="426064" y="3269896"/>
            <a:ext cx="6473951" cy="301203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49675886-786F-4249-8B67-56DC21D242B8}"/>
              </a:ext>
            </a:extLst>
          </p:cNvPr>
          <p:cNvSpPr/>
          <p:nvPr/>
        </p:nvSpPr>
        <p:spPr>
          <a:xfrm>
            <a:off x="426063" y="3269895"/>
            <a:ext cx="6473945" cy="786220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lang="ru-RU" sz="14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sp>
        <p:nvSpPr>
          <p:cNvPr id="44" name="Rounded Rectangle 22">
            <a:extLst>
              <a:ext uri="{FF2B5EF4-FFF2-40B4-BE49-F238E27FC236}">
                <a16:creationId xmlns:a16="http://schemas.microsoft.com/office/drawing/2014/main" id="{6B4CE401-EA02-4717-8C43-8A848ACCA0A3}"/>
              </a:ext>
            </a:extLst>
          </p:cNvPr>
          <p:cNvSpPr/>
          <p:nvPr/>
        </p:nvSpPr>
        <p:spPr>
          <a:xfrm>
            <a:off x="1824915" y="4201224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7B711A1B-CF94-44C8-93ED-8412103B9D1A}"/>
              </a:ext>
            </a:extLst>
          </p:cNvPr>
          <p:cNvSpPr/>
          <p:nvPr/>
        </p:nvSpPr>
        <p:spPr>
          <a:xfrm>
            <a:off x="3130559" y="4198025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8" name="Rounded Rectangle 24">
            <a:extLst>
              <a:ext uri="{FF2B5EF4-FFF2-40B4-BE49-F238E27FC236}">
                <a16:creationId xmlns:a16="http://schemas.microsoft.com/office/drawing/2014/main" id="{C0CE6699-9DE5-48C3-8F93-97735E5BF319}"/>
              </a:ext>
            </a:extLst>
          </p:cNvPr>
          <p:cNvSpPr/>
          <p:nvPr/>
        </p:nvSpPr>
        <p:spPr>
          <a:xfrm>
            <a:off x="4436472" y="4202137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9" name="Rounded Rectangle 25">
            <a:extLst>
              <a:ext uri="{FF2B5EF4-FFF2-40B4-BE49-F238E27FC236}">
                <a16:creationId xmlns:a16="http://schemas.microsoft.com/office/drawing/2014/main" id="{5E622E04-D724-4DAF-B403-EAF14F0795C4}"/>
              </a:ext>
            </a:extLst>
          </p:cNvPr>
          <p:cNvSpPr/>
          <p:nvPr/>
        </p:nvSpPr>
        <p:spPr>
          <a:xfrm>
            <a:off x="5741847" y="4202137"/>
            <a:ext cx="1064951" cy="1933769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7A551344-B3D2-4B0A-95FE-3AE0BB942B90}"/>
              </a:ext>
            </a:extLst>
          </p:cNvPr>
          <p:cNvSpPr/>
          <p:nvPr/>
        </p:nvSpPr>
        <p:spPr>
          <a:xfrm>
            <a:off x="508622" y="4201224"/>
            <a:ext cx="1075600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4" name="Rounded Rectangle 38">
            <a:extLst>
              <a:ext uri="{FF2B5EF4-FFF2-40B4-BE49-F238E27FC236}">
                <a16:creationId xmlns:a16="http://schemas.microsoft.com/office/drawing/2014/main" id="{3C3CEB3A-5FB8-4AE6-95BC-BEE19AD5F1A7}"/>
              </a:ext>
            </a:extLst>
          </p:cNvPr>
          <p:cNvSpPr/>
          <p:nvPr/>
        </p:nvSpPr>
        <p:spPr>
          <a:xfrm>
            <a:off x="428777" y="6546130"/>
            <a:ext cx="9439053" cy="14648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endParaRPr sz="8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87" name="Rounded Rectangle 38">
            <a:extLst>
              <a:ext uri="{FF2B5EF4-FFF2-40B4-BE49-F238E27FC236}">
                <a16:creationId xmlns:a16="http://schemas.microsoft.com/office/drawing/2014/main" id="{F5756C1D-3C47-435F-BF20-3A1C3A1BD272}"/>
              </a:ext>
            </a:extLst>
          </p:cNvPr>
          <p:cNvSpPr/>
          <p:nvPr/>
        </p:nvSpPr>
        <p:spPr>
          <a:xfrm>
            <a:off x="525123" y="6923520"/>
            <a:ext cx="1423259" cy="10052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0" name="Rounded Rectangle 40">
            <a:extLst>
              <a:ext uri="{FF2B5EF4-FFF2-40B4-BE49-F238E27FC236}">
                <a16:creationId xmlns:a16="http://schemas.microsoft.com/office/drawing/2014/main" id="{B0AA94FF-C0E7-4710-815F-0E710DF54DC2}"/>
              </a:ext>
            </a:extLst>
          </p:cNvPr>
          <p:cNvSpPr/>
          <p:nvPr/>
        </p:nvSpPr>
        <p:spPr>
          <a:xfrm>
            <a:off x="3654567" y="6921774"/>
            <a:ext cx="1423259" cy="1005241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7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7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700" b="1" dirty="0">
                <a:solidFill>
                  <a:srgbClr val="234A34"/>
                </a:solidFill>
                <a:latin typeface="Arial"/>
              </a:rPr>
              <a:t>)</a:t>
            </a:r>
            <a:endParaRPr sz="7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1" name="Rounded Rectangle 42">
            <a:extLst>
              <a:ext uri="{FF2B5EF4-FFF2-40B4-BE49-F238E27FC236}">
                <a16:creationId xmlns:a16="http://schemas.microsoft.com/office/drawing/2014/main" id="{6814DC7C-999C-474A-B5CF-21FEE60789E4}"/>
              </a:ext>
            </a:extLst>
          </p:cNvPr>
          <p:cNvSpPr/>
          <p:nvPr/>
        </p:nvSpPr>
        <p:spPr>
          <a:xfrm>
            <a:off x="5219289" y="6921774"/>
            <a:ext cx="1423259" cy="10034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endParaRPr sz="7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2" name="Rounded Rectangle 44">
            <a:extLst>
              <a:ext uri="{FF2B5EF4-FFF2-40B4-BE49-F238E27FC236}">
                <a16:creationId xmlns:a16="http://schemas.microsoft.com/office/drawing/2014/main" id="{84E44F8B-6D4A-417F-9FC1-C84F01BD43CF}"/>
              </a:ext>
            </a:extLst>
          </p:cNvPr>
          <p:cNvSpPr/>
          <p:nvPr/>
        </p:nvSpPr>
        <p:spPr>
          <a:xfrm>
            <a:off x="6784011" y="6920390"/>
            <a:ext cx="1423259" cy="10034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3" name="Rounded Rectangle 46">
            <a:extLst>
              <a:ext uri="{FF2B5EF4-FFF2-40B4-BE49-F238E27FC236}">
                <a16:creationId xmlns:a16="http://schemas.microsoft.com/office/drawing/2014/main" id="{F8D50B2D-1D94-4C05-9D09-E68F01FCC0F2}"/>
              </a:ext>
            </a:extLst>
          </p:cNvPr>
          <p:cNvSpPr/>
          <p:nvPr/>
        </p:nvSpPr>
        <p:spPr>
          <a:xfrm>
            <a:off x="8348733" y="6920390"/>
            <a:ext cx="1423259" cy="10052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РнР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4" name="Rounded Rectangle 48">
            <a:extLst>
              <a:ext uri="{FF2B5EF4-FFF2-40B4-BE49-F238E27FC236}">
                <a16:creationId xmlns:a16="http://schemas.microsoft.com/office/drawing/2014/main" id="{E15E6982-6286-47E5-8FC5-45FF54ACBE1F}"/>
              </a:ext>
            </a:extLst>
          </p:cNvPr>
          <p:cNvSpPr/>
          <p:nvPr/>
        </p:nvSpPr>
        <p:spPr>
          <a:xfrm>
            <a:off x="2089845" y="6923520"/>
            <a:ext cx="1423259" cy="1003495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7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5" name="Rounded Rectangle 38">
            <a:extLst>
              <a:ext uri="{FF2B5EF4-FFF2-40B4-BE49-F238E27FC236}">
                <a16:creationId xmlns:a16="http://schemas.microsoft.com/office/drawing/2014/main" id="{85D29C19-52CC-4097-92C8-B68F45F03F73}"/>
              </a:ext>
            </a:extLst>
          </p:cNvPr>
          <p:cNvSpPr/>
          <p:nvPr/>
        </p:nvSpPr>
        <p:spPr>
          <a:xfrm>
            <a:off x="426063" y="6546129"/>
            <a:ext cx="9441862" cy="288899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14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sz="1400" b="1" dirty="0">
              <a:solidFill>
                <a:srgbClr val="D354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574</Words>
  <Application>Microsoft Office PowerPoint</Application>
  <PresentationFormat>Произвольный</PresentationFormat>
  <Paragraphs>146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143</cp:revision>
  <cp:lastPrinted>2026-08-10T10:12:23Z</cp:lastPrinted>
  <dcterms:created xsi:type="dcterms:W3CDTF">2013-01-27T09:14:16Z</dcterms:created>
  <dcterms:modified xsi:type="dcterms:W3CDTF">2026-08-12T08:39:17Z</dcterms:modified>
  <cp:category/>
</cp:coreProperties>
</file>