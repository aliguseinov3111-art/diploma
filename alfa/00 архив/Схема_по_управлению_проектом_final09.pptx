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0384" y="3845966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1997048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55813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351776" y="2106778"/>
            <a:ext cx="0" cy="14264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49423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2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9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4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4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4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4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4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4"/>
            <a:ext cx="2523744" cy="4553712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реализацией</a:t>
            </a:r>
            <a:r>
              <a:rPr sz="1440" b="1" dirty="0">
                <a:solidFill>
                  <a:srgbClr val="2C333B"/>
                </a:solidFill>
                <a:latin typeface="Arial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08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04704" y="3269894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02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179808" y="4422038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4704" y="4608576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2C333B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02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79808" y="5760720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04704" y="5947258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2C333B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5184648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32180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1A527A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" y="6693408"/>
            <a:ext cx="6473952" cy="1316736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1A527A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1A527A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0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7263994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50920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9333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87044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46060" y="3845967"/>
            <a:ext cx="0" cy="2677363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30384" y="652333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4621638" y="39155"/>
            <a:ext cx="4946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2C3E50"/>
                </a:solidFill>
                <a:latin typeface="Arial"/>
              </a:rPr>
              <a:t>Ф</a:t>
            </a:r>
            <a:r>
              <a:rPr lang="ru-RU" b="1" dirty="0">
                <a:solidFill>
                  <a:srgbClr val="2C3E50"/>
                </a:solidFill>
                <a:latin typeface="Arial"/>
              </a:rPr>
              <a:t>УНКЦИОНАЛЬНЫЙ КОНТУР УК</a:t>
            </a: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9386077" y="3960557"/>
            <a:ext cx="2523231" cy="3317705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>
                <a:solidFill>
                  <a:srgbClr val="6C348D"/>
                </a:solidFill>
                <a:latin typeface="Arial"/>
              </a:rPr>
              <a:t>ОТДЕЛКА 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(</a:t>
            </a:r>
            <a:r>
              <a:rPr lang="ru-RU" sz="12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3213717" y="951338"/>
            <a:ext cx="8695587" cy="1525654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2C333B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404408" y="1101971"/>
            <a:ext cx="2031988" cy="12243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447961" y="2935530"/>
            <a:ext cx="2003217" cy="12243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456801" y="4426737"/>
            <a:ext cx="1994377" cy="12243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442578" y="6000076"/>
            <a:ext cx="1955649" cy="1278185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232173" y="144201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32173" y="258149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34A34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234A34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211189" y="3711372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202783" y="4828758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170714" y="594010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163173" y="707461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73483" y="951338"/>
            <a:ext cx="2230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34A34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47194" y="3915052"/>
            <a:ext cx="6652409" cy="336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3821182" y="485457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065741" y="485445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6294722" y="4823874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7514628" y="4816539"/>
            <a:ext cx="1094307" cy="1933769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2554031" y="4854571"/>
            <a:ext cx="1105250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3050459" y="4008240"/>
            <a:ext cx="5011322" cy="693032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5725427" y="2476992"/>
            <a:ext cx="0" cy="1391466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</p:cNvCxnSpPr>
          <p:nvPr/>
        </p:nvCxnSpPr>
        <p:spPr>
          <a:xfrm>
            <a:off x="10597959" y="2489746"/>
            <a:ext cx="0" cy="1239462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590</Words>
  <Application>Microsoft Office PowerPoint</Application>
  <PresentationFormat>Произвольный</PresentationFormat>
  <Paragraphs>153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141</cp:revision>
  <cp:lastPrinted>2026-08-10T10:12:23Z</cp:lastPrinted>
  <dcterms:created xsi:type="dcterms:W3CDTF">2013-01-27T09:14:16Z</dcterms:created>
  <dcterms:modified xsi:type="dcterms:W3CDTF">2026-08-12T06:14:19Z</dcterms:modified>
  <cp:category/>
</cp:coreProperties>
</file>