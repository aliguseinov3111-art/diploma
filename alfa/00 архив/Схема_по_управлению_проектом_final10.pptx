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76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4A145F54-1791-4051-BF71-EDAA7940F2D7}"/>
              </a:ext>
            </a:extLst>
          </p:cNvPr>
          <p:cNvSpPr/>
          <p:nvPr/>
        </p:nvSpPr>
        <p:spPr>
          <a:xfrm>
            <a:off x="434342" y="935416"/>
            <a:ext cx="13716000" cy="1997048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ounded Rectangle 26">
            <a:extLst>
              <a:ext uri="{FF2B5EF4-FFF2-40B4-BE49-F238E27FC236}">
                <a16:creationId xmlns:a16="http://schemas.microsoft.com/office/drawing/2014/main" id="{B1DD7DBF-A156-45CB-8DBC-94A86DF64683}"/>
              </a:ext>
            </a:extLst>
          </p:cNvPr>
          <p:cNvSpPr/>
          <p:nvPr/>
        </p:nvSpPr>
        <p:spPr>
          <a:xfrm>
            <a:off x="434342" y="6545274"/>
            <a:ext cx="6473952" cy="1464863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8222" y="3845967"/>
            <a:ext cx="307628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482805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b="1" dirty="0" sz="140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49510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>
            <a:cxnSpLocks/>
            <a:stCxn id="7" idx="2"/>
            <a:endCxn id="9" idx="0"/>
          </p:cNvCxnSpPr>
          <p:nvPr/>
        </p:nvCxnSpPr>
        <p:spPr>
          <a:xfrm>
            <a:off x="7351776" y="2043748"/>
            <a:ext cx="0" cy="17215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15898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8" cy="34015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Команда по созданию </a:t>
            </a:r>
            <a:r>
              <a:rPr lang="ru-RU" sz="1400" b="1" dirty="0" err="1">
                <a:solidFill>
                  <a:srgbClr val="1A527A"/>
                </a:solidFill>
                <a:latin typeface="Arial"/>
              </a:rPr>
              <a:t>иммерсивной</a:t>
            </a:r>
            <a:r>
              <a:rPr lang="ru-RU" sz="1400" b="1" dirty="0">
                <a:solidFill>
                  <a:srgbClr val="1A527A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0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3"/>
            <a:ext cx="2523744" cy="474024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реализацией</a:t>
            </a:r>
            <a:r>
              <a:rPr sz="1400" b="1" dirty="0">
                <a:solidFill>
                  <a:srgbClr val="2C333B"/>
                </a:solidFill>
                <a:latin typeface="Arial"/>
              </a:rPr>
              <a:t> /</a:t>
            </a: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1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45850" y="3269895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1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>
            <a:cxnSpLocks/>
            <a:stCxn id="18" idx="2"/>
            <a:endCxn id="20" idx="0"/>
          </p:cNvCxnSpPr>
          <p:nvPr/>
        </p:nvCxnSpPr>
        <p:spPr>
          <a:xfrm>
            <a:off x="12220954" y="4422039"/>
            <a:ext cx="0" cy="641904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5850" y="5063943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10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10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>
            <a:cxnSpLocks/>
            <a:stCxn id="20" idx="2"/>
            <a:endCxn id="22" idx="0"/>
          </p:cNvCxnSpPr>
          <p:nvPr/>
        </p:nvCxnSpPr>
        <p:spPr>
          <a:xfrm>
            <a:off x="12220954" y="6216087"/>
            <a:ext cx="0" cy="641913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5850" y="6858000"/>
            <a:ext cx="3950208" cy="1152144"/>
          </a:xfrm>
          <a:prstGeom prst="roundRect">
            <a:avLst/>
          </a:prstGeom>
          <a:solidFill>
            <a:srgbClr val="EBEDEF"/>
          </a:solidFill>
          <a:ln w="19050">
            <a:solidFill>
              <a:srgbClr val="556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2C333B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>
            <a:cxnSpLocks/>
            <a:stCxn id="16" idx="3"/>
            <a:endCxn id="20" idx="1"/>
          </p:cNvCxnSpPr>
          <p:nvPr/>
        </p:nvCxnSpPr>
        <p:spPr>
          <a:xfrm flipV="1">
            <a:off x="9656064" y="5640015"/>
            <a:ext cx="589786" cy="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18464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100" b="1" dirty="0">
                <a:solidFill>
                  <a:srgbClr val="1A527A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10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0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4342" y="6545275"/>
            <a:ext cx="6473952" cy="570586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400" b="1" dirty="0">
                <a:solidFill>
                  <a:srgbClr val="1A527A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1502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38630" y="7233815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78326" y="7233815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100" dirty="0">
                <a:solidFill>
                  <a:srgbClr val="2C3E50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21397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21397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46350" y="6270955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4763" y="6270955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73328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38222" y="3845967"/>
            <a:ext cx="33308" cy="3588105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71530" y="7434072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0245849" y="3269895"/>
            <a:ext cx="3950207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4B5563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738C37D5-3E8F-4243-9C7E-DC0BF77686D8}"/>
              </a:ext>
            </a:extLst>
          </p:cNvPr>
          <p:cNvSpPr/>
          <p:nvPr/>
        </p:nvSpPr>
        <p:spPr>
          <a:xfrm>
            <a:off x="445471" y="6545274"/>
            <a:ext cx="9210079" cy="14648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endParaRPr sz="8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51" name="Rounded Rectangle 38">
            <a:extLst>
              <a:ext uri="{FF2B5EF4-FFF2-40B4-BE49-F238E27FC236}">
                <a16:creationId xmlns:a16="http://schemas.microsoft.com/office/drawing/2014/main" id="{8DAC13BC-137B-40D6-98EC-C565DE28E471}"/>
              </a:ext>
            </a:extLst>
          </p:cNvPr>
          <p:cNvSpPr/>
          <p:nvPr/>
        </p:nvSpPr>
        <p:spPr>
          <a:xfrm>
            <a:off x="528988" y="6919467"/>
            <a:ext cx="1421424" cy="1009192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434343" y="3269895"/>
            <a:ext cx="6473951" cy="301203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1795382" y="4210052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3138843" y="4210052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4481041" y="4179355"/>
            <a:ext cx="1064951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5791331" y="4172020"/>
            <a:ext cx="1064951" cy="1933769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470632" y="4210052"/>
            <a:ext cx="1075600" cy="1941995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C333B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434342" y="3269894"/>
            <a:ext cx="6473945" cy="786220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C333B"/>
                </a:solidFill>
                <a:latin typeface="Arial"/>
              </a:rPr>
              <a:t>ТЕХНИЧЕСКИЙ ЗАКАЗЧИК</a:t>
            </a:r>
            <a:endParaRPr lang="ru-RU" sz="144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7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438912" y="935415"/>
            <a:ext cx="13711430" cy="1997047"/>
          </a:xfrm>
          <a:prstGeom prst="roundRect">
            <a:avLst>
              <a:gd name="adj" fmla="val 8000"/>
            </a:avLst>
          </a:prstGeom>
          <a:solidFill>
            <a:srgbClr val="EBEDEF"/>
          </a:solidFill>
          <a:ln w="19050">
            <a:solidFill>
              <a:srgbClr val="556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b="1" dirty="0" sz="800">
                <a:solidFill>
                  <a:srgbClr val="2C333B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40CB03-2D80-4D81-BE62-357FA1AA5CD6}"/>
              </a:ext>
            </a:extLst>
          </p:cNvPr>
          <p:cNvSpPr txBox="1"/>
          <p:nvPr/>
        </p:nvSpPr>
        <p:spPr>
          <a:xfrm>
            <a:off x="438912" y="164592"/>
            <a:ext cx="5780172" cy="787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Функциональный контур УК</a:t>
            </a:r>
          </a:p>
          <a:p>
            <a:r>
              <a:rPr lang="ru-RU" sz="14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7132320" y="3269895"/>
            <a:ext cx="2523231" cy="3012034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6C348D"/>
                </a:solidFill>
                <a:latin typeface="Arial"/>
              </a:rPr>
              <a:t>ОТДЕЛКА (</a:t>
            </a:r>
            <a:r>
              <a:rPr lang="ru-RU" sz="8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8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44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7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0253788" y="4522329"/>
            <a:ext cx="3950206" cy="998225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4B5563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заказчик: функции в 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0253788" y="5774771"/>
            <a:ext cx="3950206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4B5563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0249551" y="7008591"/>
            <a:ext cx="3954443" cy="998217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B95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4B5563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3505606" y="6919467"/>
            <a:ext cx="1421424" cy="1009193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6482224" y="6921222"/>
            <a:ext cx="1421424" cy="100743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7971081" y="6919468"/>
            <a:ext cx="1421424" cy="100743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2017297" y="6919468"/>
            <a:ext cx="1421424" cy="1009192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РнР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4993915" y="6921221"/>
            <a:ext cx="1421424" cy="100744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3671319" y="2932462"/>
            <a:ext cx="0" cy="337433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8393936" y="2589133"/>
            <a:ext cx="0" cy="680762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5" name="Rounded Rectangle 38">
            <a:extLst>
              <a:ext uri="{FF2B5EF4-FFF2-40B4-BE49-F238E27FC236}">
                <a16:creationId xmlns:a16="http://schemas.microsoft.com/office/drawing/2014/main" id="{0763881E-9C7B-4BBE-91BD-0835CCB61EA1}"/>
              </a:ext>
            </a:extLst>
          </p:cNvPr>
          <p:cNvSpPr/>
          <p:nvPr/>
        </p:nvSpPr>
        <p:spPr>
          <a:xfrm>
            <a:off x="442756" y="6545273"/>
            <a:ext cx="9222073" cy="288899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sz="800" b="1" dirty="0">
              <a:solidFill>
                <a:srgbClr val="D354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584</Words>
  <Application>Microsoft Office PowerPoint</Application>
  <PresentationFormat>Произвольный</PresentationFormat>
  <Paragraphs>152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142</cp:revision>
  <cp:lastPrinted>2026-08-10T10:12:23Z</cp:lastPrinted>
  <dcterms:created xsi:type="dcterms:W3CDTF">2013-01-27T09:14:16Z</dcterms:created>
  <dcterms:modified xsi:type="dcterms:W3CDTF">2026-08-12T07:37:31Z</dcterms:modified>
  <cp:category/>
</cp:coreProperties>
</file>